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0080625" cy="567055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84" y="-234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920" cy="438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920" cy="438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920" cy="438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920" cy="438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ko-KR" sz="1800" b="0" strike="noStrike" spc="-1">
                <a:latin typeface="나눔바른고딕"/>
              </a:rPr>
              <a:t>제목 텍스트의 서식을 편집하려면 클릭하십시오</a:t>
            </a:r>
            <a:r>
              <a:rPr lang="en-US" sz="1800" b="0" strike="noStrike" spc="-1">
                <a:latin typeface="나눔바른고딕"/>
              </a:rPr>
              <a:t>.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800" b="0" strike="noStrike" spc="-1">
                <a:latin typeface="나눔바른고딕"/>
              </a:rPr>
              <a:t>개요 텍스트의 서식을 편집하려면 클릭하십시오</a:t>
            </a:r>
            <a:endParaRPr lang="en-US" sz="1800" b="0" strike="noStrike" spc="-1">
              <a:latin typeface="나눔바른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나눔바른고딕"/>
              </a:rPr>
              <a:t>2</a:t>
            </a:r>
            <a:r>
              <a:rPr lang="ko-KR" sz="1800" b="0" strike="noStrike" spc="-1">
                <a:latin typeface="나눔바른고딕"/>
              </a:rPr>
              <a:t>번째 개요 수준</a:t>
            </a:r>
            <a:endParaRPr lang="en-US" sz="1800" b="0" strike="noStrike" spc="-1">
              <a:latin typeface="나눔바른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나눔바른고딕"/>
              </a:rPr>
              <a:t>3</a:t>
            </a:r>
            <a:r>
              <a:rPr lang="ko-KR" sz="1800" b="0" strike="noStrike" spc="-1">
                <a:latin typeface="나눔바른고딕"/>
              </a:rPr>
              <a:t>번째 개요 수준</a:t>
            </a:r>
            <a:endParaRPr lang="en-US" sz="1800" b="0" strike="noStrike" spc="-1">
              <a:latin typeface="나눔바른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나눔바른고딕"/>
              </a:rPr>
              <a:t>4</a:t>
            </a:r>
            <a:r>
              <a:rPr lang="ko-KR" sz="1800" b="0" strike="noStrike" spc="-1">
                <a:latin typeface="나눔바른고딕"/>
              </a:rPr>
              <a:t>번째 개요 수준</a:t>
            </a:r>
            <a:endParaRPr lang="en-US" sz="1800" b="0" strike="noStrike" spc="-1">
              <a:latin typeface="나눔바른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나눔바른고딕"/>
              </a:rPr>
              <a:t>5</a:t>
            </a:r>
            <a:r>
              <a:rPr lang="ko-KR" sz="1800" b="0" strike="noStrike" spc="-1">
                <a:latin typeface="나눔바른고딕"/>
              </a:rPr>
              <a:t>번째 개요 수준</a:t>
            </a:r>
            <a:endParaRPr lang="en-US" sz="1800" b="0" strike="noStrike" spc="-1">
              <a:latin typeface="나눔바른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나눔바른고딕"/>
              </a:rPr>
              <a:t>6</a:t>
            </a:r>
            <a:r>
              <a:rPr lang="ko-KR" sz="1800" b="0" strike="noStrike" spc="-1">
                <a:latin typeface="나눔바른고딕"/>
              </a:rPr>
              <a:t>번째 개요 수준</a:t>
            </a:r>
            <a:endParaRPr lang="en-US" sz="1800" b="0" strike="noStrike" spc="-1">
              <a:latin typeface="나눔바른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나눔바른고딕"/>
              </a:rPr>
              <a:t>7</a:t>
            </a:r>
            <a:r>
              <a:rPr lang="ko-KR" sz="1800" b="0" strike="noStrike" spc="-1">
                <a:latin typeface="나눔바른고딕"/>
              </a:rPr>
              <a:t>번째 개요 수준</a:t>
            </a:r>
            <a:endParaRPr lang="en-US" sz="1800" b="0" strike="noStrike" spc="-1">
              <a:latin typeface="나눔바른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ko-KR" sz="4400" b="0" strike="noStrike" spc="-1">
                <a:latin typeface="나눔바른고딕"/>
              </a:rPr>
              <a:t>제목 텍스트의 서식을 편집하려면 클릭하십시오</a:t>
            </a:r>
            <a:r>
              <a:rPr lang="en-US" sz="4400" b="0" strike="noStrike" spc="-1">
                <a:latin typeface="나눔바른고딕"/>
              </a:rPr>
              <a:t>.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나눔바른고딕"/>
              </a:rPr>
              <a:t>개요 텍스트의 서식을 편집하려면 클릭하십시오</a:t>
            </a:r>
            <a:endParaRPr lang="en-US" sz="3200" b="0" strike="noStrike" spc="-1">
              <a:latin typeface="나눔바른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나눔바른고딕"/>
              </a:rPr>
              <a:t>2</a:t>
            </a:r>
            <a:r>
              <a:rPr lang="ko-KR" sz="2800" b="0" strike="noStrike" spc="-1">
                <a:latin typeface="나눔바른고딕"/>
              </a:rPr>
              <a:t>번째 개요 수준</a:t>
            </a:r>
            <a:endParaRPr lang="en-US" sz="2800" b="0" strike="noStrike" spc="-1">
              <a:latin typeface="나눔바른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나눔바른고딕"/>
              </a:rPr>
              <a:t>3</a:t>
            </a:r>
            <a:r>
              <a:rPr lang="ko-KR" sz="2400" b="0" strike="noStrike" spc="-1">
                <a:latin typeface="나눔바른고딕"/>
              </a:rPr>
              <a:t>번째 개요 수준</a:t>
            </a:r>
            <a:endParaRPr lang="en-US" sz="2400" b="0" strike="noStrike" spc="-1">
              <a:latin typeface="나눔바른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나눔바른고딕"/>
              </a:rPr>
              <a:t>4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5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6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7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ko-KR" sz="1800" b="0" strike="noStrike" spc="-1">
                <a:latin typeface="나눔바른고딕"/>
              </a:rPr>
              <a:t>제목 텍스트의 서식을 편집하려면 클릭하십시오</a:t>
            </a:r>
            <a:r>
              <a:rPr lang="en-US" sz="1800" b="0" strike="noStrike" spc="-1">
                <a:latin typeface="나눔바른고딕"/>
              </a:rPr>
              <a:t>.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나눔바른고딕"/>
              </a:rPr>
              <a:t>개요 텍스트의 서식을 편집하려면 클릭하십시오</a:t>
            </a:r>
            <a:endParaRPr lang="en-US" sz="3200" b="0" strike="noStrike" spc="-1">
              <a:latin typeface="나눔바른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나눔바른고딕"/>
              </a:rPr>
              <a:t>2</a:t>
            </a:r>
            <a:r>
              <a:rPr lang="ko-KR" sz="2800" b="0" strike="noStrike" spc="-1">
                <a:latin typeface="나눔바른고딕"/>
              </a:rPr>
              <a:t>번째 개요 수준</a:t>
            </a:r>
            <a:endParaRPr lang="en-US" sz="2800" b="0" strike="noStrike" spc="-1">
              <a:latin typeface="나눔바른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나눔바른고딕"/>
              </a:rPr>
              <a:t>3</a:t>
            </a:r>
            <a:r>
              <a:rPr lang="ko-KR" sz="2400" b="0" strike="noStrike" spc="-1">
                <a:latin typeface="나눔바른고딕"/>
              </a:rPr>
              <a:t>번째 개요 수준</a:t>
            </a:r>
            <a:endParaRPr lang="en-US" sz="2400" b="0" strike="noStrike" spc="-1">
              <a:latin typeface="나눔바른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나눔바른고딕"/>
              </a:rPr>
              <a:t>4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5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6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7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ko-KR" sz="1800" b="0" strike="noStrike" spc="-1">
                <a:latin typeface="나눔바른고딕"/>
              </a:rPr>
              <a:t>제목 텍스트의 서식을 편집하려면 클릭하십시오</a:t>
            </a:r>
            <a:r>
              <a:rPr lang="en-US" sz="1800" b="0" strike="noStrike" spc="-1">
                <a:latin typeface="나눔바른고딕"/>
              </a:rPr>
              <a:t>.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나눔바른고딕"/>
              </a:rPr>
              <a:t>개요 텍스트의 서식을 편집하려면 클릭하십시오</a:t>
            </a:r>
            <a:endParaRPr lang="en-US" sz="3200" b="0" strike="noStrike" spc="-1">
              <a:latin typeface="나눔바른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나눔바른고딕"/>
              </a:rPr>
              <a:t>2</a:t>
            </a:r>
            <a:r>
              <a:rPr lang="ko-KR" sz="2800" b="0" strike="noStrike" spc="-1">
                <a:latin typeface="나눔바른고딕"/>
              </a:rPr>
              <a:t>번째 개요 수준</a:t>
            </a:r>
            <a:endParaRPr lang="en-US" sz="2800" b="0" strike="noStrike" spc="-1">
              <a:latin typeface="나눔바른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나눔바른고딕"/>
              </a:rPr>
              <a:t>3</a:t>
            </a:r>
            <a:r>
              <a:rPr lang="ko-KR" sz="2400" b="0" strike="noStrike" spc="-1">
                <a:latin typeface="나눔바른고딕"/>
              </a:rPr>
              <a:t>번째 개요 수준</a:t>
            </a:r>
            <a:endParaRPr lang="en-US" sz="2400" b="0" strike="noStrike" spc="-1">
              <a:latin typeface="나눔바른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나눔바른고딕"/>
              </a:rPr>
              <a:t>4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5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6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나눔바른고딕"/>
              </a:rPr>
              <a:t>7</a:t>
            </a:r>
            <a:r>
              <a:rPr lang="ko-KR" sz="2000" b="0" strike="noStrike" spc="-1">
                <a:latin typeface="나눔바른고딕"/>
              </a:rPr>
              <a:t>번째 개요 수준</a:t>
            </a:r>
            <a:endParaRPr lang="en-US" sz="2000" b="0" strike="noStrike" spc="-1">
              <a:latin typeface="나눔바른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나눔바른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pic>
        <p:nvPicPr>
          <p:cNvPr id="156" name="그림 155"/>
          <p:cNvPicPr/>
          <p:nvPr/>
        </p:nvPicPr>
        <p:blipFill>
          <a:blip r:embed="rId2"/>
          <a:stretch/>
        </p:blipFill>
        <p:spPr>
          <a:xfrm>
            <a:off x="20160" y="438840"/>
            <a:ext cx="10078920" cy="4806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pic>
        <p:nvPicPr>
          <p:cNvPr id="159" name="그림 158"/>
          <p:cNvPicPr/>
          <p:nvPr/>
        </p:nvPicPr>
        <p:blipFill>
          <a:blip r:embed="rId2"/>
          <a:stretch/>
        </p:blipFill>
        <p:spPr>
          <a:xfrm>
            <a:off x="1706760" y="-1440"/>
            <a:ext cx="5920560" cy="5668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pic>
        <p:nvPicPr>
          <p:cNvPr id="162" name="그림 161"/>
          <p:cNvPicPr/>
          <p:nvPr/>
        </p:nvPicPr>
        <p:blipFill>
          <a:blip r:embed="rId2"/>
          <a:stretch/>
        </p:blipFill>
        <p:spPr>
          <a:xfrm>
            <a:off x="28800" y="33120"/>
            <a:ext cx="9276120" cy="559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2340000" y="1620000"/>
            <a:ext cx="5759280" cy="287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자유형 164"/>
          <p:cNvSpPr/>
          <p:nvPr/>
        </p:nvSpPr>
        <p:spPr>
          <a:xfrm>
            <a:off x="4500000" y="3240000"/>
            <a:ext cx="359280" cy="35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직선 연결선 165"/>
          <p:cNvSpPr/>
          <p:nvPr/>
        </p:nvSpPr>
        <p:spPr>
          <a:xfrm>
            <a:off x="5220000" y="1260000"/>
            <a:ext cx="360" cy="396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직선 연결선 166"/>
          <p:cNvSpPr/>
          <p:nvPr/>
        </p:nvSpPr>
        <p:spPr>
          <a:xfrm>
            <a:off x="1440000" y="3060000"/>
            <a:ext cx="7560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직사각형 167"/>
          <p:cNvSpPr/>
          <p:nvPr/>
        </p:nvSpPr>
        <p:spPr>
          <a:xfrm>
            <a:off x="3789360" y="3600000"/>
            <a:ext cx="1069920" cy="6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  <a:ea typeface="DejaVu Sans"/>
              </a:rPr>
              <a:t>501, 470</a:t>
            </a:r>
            <a:endParaRPr lang="en-US" sz="1800" b="0" strike="noStrike" spc="-1">
              <a:latin typeface="나눔바른고딕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  <a:ea typeface="DejaVu Sans"/>
              </a:rPr>
              <a:t>(85,97)</a:t>
            </a:r>
            <a:endParaRPr lang="en-US" sz="1800" b="0" strike="noStrike" spc="-1">
              <a:latin typeface="나눔바른고딕"/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7982640" y="1260000"/>
            <a:ext cx="11966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  <a:ea typeface="DejaVu Sans"/>
              </a:rPr>
              <a:t>1200, 800</a:t>
            </a:r>
            <a:endParaRPr lang="en-US" sz="1800" b="0" strike="noStrike" spc="-1">
              <a:latin typeface="나눔바른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pic>
        <p:nvPicPr>
          <p:cNvPr id="171" name="그림 170"/>
          <p:cNvPicPr/>
          <p:nvPr/>
        </p:nvPicPr>
        <p:blipFill>
          <a:blip r:embed="rId2"/>
          <a:stretch/>
        </p:blipFill>
        <p:spPr>
          <a:xfrm>
            <a:off x="540000" y="1582920"/>
            <a:ext cx="3741840" cy="3276360"/>
          </a:xfrm>
          <a:prstGeom prst="rect">
            <a:avLst/>
          </a:prstGeom>
          <a:ln w="0">
            <a:noFill/>
          </a:ln>
        </p:spPr>
      </p:pic>
      <p:pic>
        <p:nvPicPr>
          <p:cNvPr id="172" name="그림 171"/>
          <p:cNvPicPr/>
          <p:nvPr/>
        </p:nvPicPr>
        <p:blipFill>
          <a:blip r:embed="rId3"/>
          <a:stretch/>
        </p:blipFill>
        <p:spPr>
          <a:xfrm>
            <a:off x="4680000" y="1620000"/>
            <a:ext cx="4996800" cy="3083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pic>
        <p:nvPicPr>
          <p:cNvPr id="174" name="그림 173"/>
          <p:cNvPicPr/>
          <p:nvPr/>
        </p:nvPicPr>
        <p:blipFill>
          <a:blip r:embed="rId2"/>
          <a:stretch/>
        </p:blipFill>
        <p:spPr>
          <a:xfrm>
            <a:off x="5580000" y="1440000"/>
            <a:ext cx="2864520" cy="3705480"/>
          </a:xfrm>
          <a:prstGeom prst="rect">
            <a:avLst/>
          </a:prstGeom>
          <a:ln w="0">
            <a:noFill/>
          </a:ln>
        </p:spPr>
      </p:pic>
      <p:pic>
        <p:nvPicPr>
          <p:cNvPr id="175" name="그림 174"/>
          <p:cNvPicPr/>
          <p:nvPr/>
        </p:nvPicPr>
        <p:blipFill>
          <a:blip r:embed="rId3"/>
          <a:srcRect r="-502" b="13901"/>
          <a:stretch/>
        </p:blipFill>
        <p:spPr>
          <a:xfrm>
            <a:off x="1440360" y="1440000"/>
            <a:ext cx="2878920" cy="3704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pic>
        <p:nvPicPr>
          <p:cNvPr id="177" name="그림 176"/>
          <p:cNvPicPr/>
          <p:nvPr/>
        </p:nvPicPr>
        <p:blipFill>
          <a:blip r:embed="rId2"/>
          <a:stretch/>
        </p:blipFill>
        <p:spPr>
          <a:xfrm>
            <a:off x="5580000" y="1440000"/>
            <a:ext cx="2864520" cy="3705480"/>
          </a:xfrm>
          <a:prstGeom prst="rect">
            <a:avLst/>
          </a:prstGeom>
          <a:ln w="0">
            <a:noFill/>
          </a:ln>
        </p:spPr>
      </p:pic>
      <p:pic>
        <p:nvPicPr>
          <p:cNvPr id="178" name="그림 177"/>
          <p:cNvPicPr/>
          <p:nvPr/>
        </p:nvPicPr>
        <p:blipFill>
          <a:blip r:embed="rId3"/>
          <a:srcRect r="-502" b="13901"/>
          <a:stretch/>
        </p:blipFill>
        <p:spPr>
          <a:xfrm>
            <a:off x="1440360" y="1440000"/>
            <a:ext cx="2878920" cy="3704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pic>
        <p:nvPicPr>
          <p:cNvPr id="180" name="그림 179"/>
          <p:cNvPicPr/>
          <p:nvPr/>
        </p:nvPicPr>
        <p:blipFill>
          <a:blip r:embed="rId2"/>
          <a:stretch/>
        </p:blipFill>
        <p:spPr>
          <a:xfrm>
            <a:off x="1260000" y="1420920"/>
            <a:ext cx="2967480" cy="3978360"/>
          </a:xfrm>
          <a:prstGeom prst="rect">
            <a:avLst/>
          </a:prstGeom>
          <a:ln w="0">
            <a:noFill/>
          </a:ln>
        </p:spPr>
      </p:pic>
      <p:pic>
        <p:nvPicPr>
          <p:cNvPr id="181" name="그림 180"/>
          <p:cNvPicPr/>
          <p:nvPr/>
        </p:nvPicPr>
        <p:blipFill>
          <a:blip r:embed="rId3"/>
          <a:stretch/>
        </p:blipFill>
        <p:spPr>
          <a:xfrm>
            <a:off x="5580000" y="1440000"/>
            <a:ext cx="2683800" cy="3959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pic>
        <p:nvPicPr>
          <p:cNvPr id="183" name="그림 182"/>
          <p:cNvPicPr/>
          <p:nvPr/>
        </p:nvPicPr>
        <p:blipFill>
          <a:blip r:embed="rId2"/>
          <a:stretch/>
        </p:blipFill>
        <p:spPr>
          <a:xfrm>
            <a:off x="2156040" y="1620000"/>
            <a:ext cx="5763240" cy="360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나눔바른고딕"/>
            </a:endParaRPr>
          </a:p>
        </p:txBody>
      </p:sp>
      <p:pic>
        <p:nvPicPr>
          <p:cNvPr id="186" name="그림 185"/>
          <p:cNvPicPr/>
          <p:nvPr/>
        </p:nvPicPr>
        <p:blipFill>
          <a:blip r:embed="rId2"/>
          <a:stretch/>
        </p:blipFill>
        <p:spPr>
          <a:xfrm>
            <a:off x="1800000" y="1440000"/>
            <a:ext cx="6659280" cy="3607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pic>
        <p:nvPicPr>
          <p:cNvPr id="188" name="그림 187"/>
          <p:cNvPicPr/>
          <p:nvPr/>
        </p:nvPicPr>
        <p:blipFill>
          <a:blip r:embed="rId2"/>
          <a:stretch/>
        </p:blipFill>
        <p:spPr>
          <a:xfrm>
            <a:off x="5420880" y="1265400"/>
            <a:ext cx="4298400" cy="4170960"/>
          </a:xfrm>
          <a:prstGeom prst="rect">
            <a:avLst/>
          </a:prstGeom>
          <a:ln w="0">
            <a:noFill/>
          </a:ln>
        </p:spPr>
      </p:pic>
      <p:pic>
        <p:nvPicPr>
          <p:cNvPr id="189" name="그림 188"/>
          <p:cNvPicPr/>
          <p:nvPr/>
        </p:nvPicPr>
        <p:blipFill>
          <a:blip r:embed="rId3"/>
          <a:stretch/>
        </p:blipFill>
        <p:spPr>
          <a:xfrm>
            <a:off x="1080000" y="1620000"/>
            <a:ext cx="4098960" cy="3068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나눔바른고딕"/>
            </a:endParaRPr>
          </a:p>
        </p:txBody>
      </p:sp>
      <p:pic>
        <p:nvPicPr>
          <p:cNvPr id="191" name="그림 190"/>
          <p:cNvPicPr/>
          <p:nvPr/>
        </p:nvPicPr>
        <p:blipFill>
          <a:blip r:embed="rId2"/>
          <a:stretch/>
        </p:blipFill>
        <p:spPr>
          <a:xfrm>
            <a:off x="685080" y="1577520"/>
            <a:ext cx="3634560" cy="3642120"/>
          </a:xfrm>
          <a:prstGeom prst="rect">
            <a:avLst/>
          </a:prstGeom>
          <a:ln w="0">
            <a:noFill/>
          </a:ln>
        </p:spPr>
      </p:pic>
      <p:pic>
        <p:nvPicPr>
          <p:cNvPr id="192" name="그림 191"/>
          <p:cNvPicPr/>
          <p:nvPr/>
        </p:nvPicPr>
        <p:blipFill>
          <a:blip r:embed="rId2"/>
          <a:stretch/>
        </p:blipFill>
        <p:spPr>
          <a:xfrm>
            <a:off x="5365080" y="1577520"/>
            <a:ext cx="3634560" cy="3642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</TotalTime>
  <Words>9</Words>
  <Application>Microsoft Office PowerPoint</Application>
  <PresentationFormat>사용자 지정</PresentationFormat>
  <Paragraphs>3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Office Theme</vt:lpstr>
      <vt:lpstr>Office Theme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Xi</dc:creator>
  <cp:lastModifiedBy>Xi</cp:lastModifiedBy>
  <cp:revision>8</cp:revision>
  <dcterms:created xsi:type="dcterms:W3CDTF">2021-07-25T21:46:43Z</dcterms:created>
  <dcterms:modified xsi:type="dcterms:W3CDTF">2026-09-26T02:42:51Z</dcterms:modified>
  <dc:language>ko-KR</dc:language>
</cp:coreProperties>
</file>