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🧮 계산기 프로젝트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+ Tkinter로 만드는 독립형 .exe 계산기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없이 어디서나 실행 가능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기본 연산 지원: 덧셈, 뺄셈, 곱셈, 나눗셈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직관적인 UI: 버튼과 디스플레이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키보드 지원: 숫자, 연산자, Enter, Backspace 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에러 처리: 0으로 나누기 방지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독립 실행: Python 불필요, .exe만 있으면 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3.11+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언어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743200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Tkinter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GUI 라이브러리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743200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PyInstaller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.exe 변환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단계 (5분)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15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설치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1556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python.org에서 Python 3.11+ 다운로드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739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calculator.py 다운로드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7393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제공된 calculator.py 파일 다운로드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323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PyInstaller 설치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43230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cmd에서 "pip install pyinstaller" 실행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906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.exe 생성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09067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"pyinstaller --onefile --windowed calculator.py" 실행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65760" cy="36576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749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dist/calculator.exe 더블클릭!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기능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AC: 모두 지우기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DEL: 마지막 숫자 삭제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숫자 0-9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연산자: +, −, ×, ÷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소수점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=: 계산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단축키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숫자: 0-9 입력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+/-/*: 연산자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Enter: 계산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Backspace: 삭제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Escape: 초기화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. : 소수점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및 공유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463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독립 실행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없이 어디서나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280160"/>
            <a:ext cx="4114800" cy="1463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👥 공유 가능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친구들과 calculator.exe 공유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463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포트폴리오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GitHub에 올려 포트폴리오 강화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926080"/>
            <a:ext cx="4114800" cy="1463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기업 사용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학교, 기업에서도 사용 가능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지금 바로 시작하세요!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12분이면 독립형 .exe 계산기가 완성됩니다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5486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calculator.py 다운로드  →  2. Python 설치  →  3. .exe 생성!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2026-09-26T02:01:31Z</dcterms:created>
  <dcterms:modified xsi:type="dcterms:W3CDTF">2026-09-26T02:01:31Z</dcterms:modified>
</cp:coreProperties>
</file>